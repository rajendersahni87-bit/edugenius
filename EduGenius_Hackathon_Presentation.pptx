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EduGenius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A78BFA"/>
                </a:solidFill>
                <a:latin typeface="Calibri"/>
              </a:defRPr>
            </a:pPr>
            <a:r>
              <a:t>AI-Powered Education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Personalized Learning  •  Smart Planning  •  Progress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4754880"/>
            <a:ext cx="393192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4800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Track 4: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Hackathon 2024  |  Team EduGenius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Why current education systems struggle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❌  One-Size-Fits-All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Students learn at different paces, yet content delivery is uniform. No personalization based on strengths or weaknesses.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⏰  Limited Teacher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Teachers can't provide 1-on-1 attention to every student. Doubt resolution is delayed and inefficient.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[!]  No Smart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402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Students lack structured study plans. They don't know what to study, when, or how to prioritize weak areas.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46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 65% of students say they don't have effective study strategies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 Only 30% of students receive personalized feedback regularly</a:t>
            </a:r>
          </a:p>
          <a:p>
            <a:pPr>
              <a:spcAft>
                <a:spcPts val="800"/>
              </a:spcAft>
              <a:defRPr sz="1500">
                <a:solidFill>
                  <a:srgbClr val="CBD5E1"/>
                </a:solidFill>
                <a:latin typeface="Calibri"/>
              </a:defRPr>
            </a:pPr>
            <a:r>
              <a:t>•  Students waste 40% of study time on already-mastered topics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3 integrated AI modules in one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1148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Tutor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RAG-powered conversational tutor that answers questions from YOUR study materials.</a:t>
            </a:r>
            <a:br/>
            <a:br/>
            <a:r>
              <a:t>✓ Socratic Mode (guiding questions)</a:t>
            </a:r>
            <a:br/>
            <a:r>
              <a:t>✓ Direct Mode (clear answers)</a:t>
            </a:r>
            <a:br/>
            <a:r>
              <a:t>✓ Source citations from PDFs</a:t>
            </a:r>
            <a:br/>
            <a:r>
              <a:t>✓ Conversation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114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Smart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AI generates personalized study schedules based on your goals and weak areas.</a:t>
            </a:r>
            <a:br/>
            <a:br/>
            <a:r>
              <a:t>✓ Deadline-aware scheduling</a:t>
            </a:r>
            <a:br/>
            <a:r>
              <a:t>✓ Priority-based tasks</a:t>
            </a:r>
            <a:br/>
            <a:r>
              <a:t>✓ Weak topic focus</a:t>
            </a:r>
            <a:br/>
            <a:r>
              <a:t>✓ Adaptive rescheduling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Progress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40280"/>
            <a:ext cx="2926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Visual analytics that track your learning journey and identify gaps.</a:t>
            </a:r>
            <a:br/>
            <a:br/>
            <a:r>
              <a:t>✓ Study time tracking</a:t>
            </a:r>
            <a:br/>
            <a:r>
              <a:t>✓ Quiz score trends</a:t>
            </a:r>
            <a:br/>
            <a:r>
              <a:t>✓ Subject-wise progress</a:t>
            </a:r>
            <a:br/>
            <a:r>
              <a:t>✓ AI-generated quizzes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Frontend  — 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FDBFE"/>
                </a:solidFill>
                <a:latin typeface="Calibri"/>
              </a:defRPr>
            </a:pPr>
            <a:r>
              <a:t>Dashboard  |  AI Tutor Chat  |  Study Planner  |  Quiz  |  Document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10972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Backend  —  FastAPI (Python)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7D2FE"/>
                </a:solidFill>
                <a:latin typeface="Calibri"/>
              </a:defRPr>
            </a:pPr>
            <a:r>
              <a:t>REST API  |  JWT Auth  |  RAG Engine  |  Planner AI  |  Progress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12064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/ ML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D6FE"/>
                </a:solidFill>
                <a:latin typeface="Calibri"/>
              </a:defRPr>
            </a:pPr>
            <a:r>
              <a:t>Gemini 2.0 Flash  |  LangChain  |  Embeddings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206240"/>
            <a:ext cx="512064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Calibri"/>
              </a:defRPr>
            </a:pPr>
            <a:r>
              <a:t>SQLite (10 tables)  |  ChromaDB (Vectors)  |  File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Python  •  FastAPI  •  Streamlit  •  LangChain  •  ChromaDB  •  Gemini AI  •  SQLAlchemy  •  Plotly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RAG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How the AI Tutor generates grounded, accurate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2860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1.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FDBFE"/>
                </a:solidFill>
                <a:latin typeface="Calibri"/>
              </a:defRPr>
            </a:pPr>
            <a:r>
              <a:t>Upload PDF</a:t>
            </a:r>
            <a:br/>
            <a:r>
              <a:t>↓</a:t>
            </a:r>
            <a:br/>
            <a:r>
              <a:t>Extract Text</a:t>
            </a:r>
            <a:br/>
            <a:r>
              <a:t>↓</a:t>
            </a:r>
            <a:br/>
            <a:r>
              <a:t>Semantic Chunking</a:t>
            </a:r>
            <a:br/>
            <a:r>
              <a:t>(800 tokens, 200 overlap)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366F1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45920"/>
            <a:ext cx="2468880" cy="22860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2. 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94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7D2FE"/>
                </a:solidFill>
                <a:latin typeface="Calibri"/>
              </a:defRPr>
            </a:pPr>
            <a:r>
              <a:t>Chunks</a:t>
            </a:r>
            <a:br/>
            <a:r>
              <a:t>↓</a:t>
            </a:r>
            <a:br/>
            <a:r>
              <a:t>all-MiniLM-L6-v2</a:t>
            </a:r>
            <a:br/>
            <a:r>
              <a:t>↓</a:t>
            </a:r>
            <a:br/>
            <a:r>
              <a:t>Vector Embeddings</a:t>
            </a:r>
            <a:br/>
            <a:r>
              <a:t>↓</a:t>
            </a:r>
            <a:br/>
            <a:r>
              <a:t>Store in ChromaDB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366F1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645920"/>
            <a:ext cx="2468880" cy="22860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3. Retrieve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19456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D6FE"/>
                </a:solidFill>
                <a:latin typeface="Calibri"/>
              </a:defRPr>
            </a:pPr>
            <a:r>
              <a:t>Student Question</a:t>
            </a:r>
            <a:br/>
            <a:r>
              <a:t>↓</a:t>
            </a:r>
            <a:br/>
            <a:r>
              <a:t>Embed Query</a:t>
            </a:r>
            <a:br/>
            <a:r>
              <a:t>↓</a:t>
            </a:r>
            <a:br/>
            <a:r>
              <a:t>Cosine Similarity</a:t>
            </a:r>
            <a:br/>
            <a:r>
              <a:t>↓</a:t>
            </a:r>
            <a:br/>
            <a:r>
              <a:t>Top-5 Chunks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366F1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645920"/>
            <a:ext cx="1920240" cy="2286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4. 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1945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F7D0"/>
                </a:solidFill>
                <a:latin typeface="Calibri"/>
              </a:defRPr>
            </a:pPr>
            <a:r>
              <a:t>Context +</a:t>
            </a:r>
            <a:br/>
            <a:r>
              <a:t>Chat History</a:t>
            </a:r>
            <a:br/>
            <a:r>
              <a:t>↓</a:t>
            </a:r>
            <a:br/>
            <a:r>
              <a:t>Gemini LLM</a:t>
            </a:r>
            <a:br/>
            <a:r>
              <a:t>↓</a:t>
            </a:r>
            <a:br/>
            <a:r>
              <a:t>Grounded 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RAG 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Chunk Size: 800 tokens (200 overlap)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Embedding: all-MiniLM-L6-v2 (local, free)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Vector DB: ChromaDB (persistent)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37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Similarity: Cosine (Top-5 retrieval)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LLM: Gemini 2.0 Flash (free tier)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 Modes: Socratic + Direct teaching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10 normalized tables powering the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18288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id, name, email,</a:t>
            </a:r>
            <a:br/>
            <a:r>
              <a:t>password_hash,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63040"/>
            <a:ext cx="2011680" cy="1828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0574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id, name, description,</a:t>
            </a:r>
            <a:br/>
            <a:r>
              <a:t>user_id (FK)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463040"/>
            <a:ext cx="2011680" cy="1828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0574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id, subject_id, filename,</a:t>
            </a:r>
            <a:br/>
            <a:r>
              <a:t>file_path, chunk_count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463040"/>
            <a:ext cx="201168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Study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0574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id, user_id, subject_id,</a:t>
            </a:r>
            <a:br/>
            <a:r>
              <a:t>title, schedule (JSON)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463040"/>
            <a:ext cx="201168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1600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Study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0574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id, plan_id, title,</a:t>
            </a:r>
            <a:br/>
            <a:r>
              <a:t>priority, status, due_date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2011680" cy="18288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Study 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id, user_id, task_id,</a:t>
            </a:r>
            <a:br/>
            <a:r>
              <a:t>start/end, focus_score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3840480"/>
            <a:ext cx="2011680" cy="18288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Quizzes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4348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id, subject_id, title,</a:t>
            </a:r>
            <a:br/>
            <a:r>
              <a:t>questions (JSON)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3840480"/>
            <a:ext cx="2011680" cy="18288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Quiz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4348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id, user_id, quiz_id,</a:t>
            </a:r>
            <a:br/>
            <a:r>
              <a:t>score, answers (JSON)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3840480"/>
            <a:ext cx="2011680" cy="18288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Chat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4348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id, user_id, role,</a:t>
            </a:r>
            <a:br/>
            <a:r>
              <a:t>message, sources (JSON)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3840480"/>
            <a:ext cx="2011680" cy="1828800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3977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43484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id, user_id, completion%,</a:t>
            </a:r>
            <a:br/>
            <a:r>
              <a:t>avg_score, study_mins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383280" cy="21031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  Socratic Teaching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AI asks guiding questions</a:t>
            </a:r>
            <a:br/>
            <a:r>
              <a:t>instead of giving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280160"/>
            <a:ext cx="3383280" cy="21031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79" y="14630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  RAG from YOUR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20574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Answers grounded in your</a:t>
            </a:r>
            <a:br/>
            <a:r>
              <a:t>uploaded study materials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80160"/>
            <a:ext cx="3383280" cy="2103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4630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  AI Study Plans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0574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Personalized schedules</a:t>
            </a:r>
            <a:br/>
            <a:r>
              <a:t>based on deadlines &amp;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79"/>
            <a:ext cx="3383280" cy="21031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  Auto Quizzes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19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AI generates MCQs from</a:t>
            </a:r>
            <a:br/>
            <a:r>
              <a:t>your content + auto-grades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840479"/>
            <a:ext cx="3383280" cy="2103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79" y="402335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  Progress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617719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Track study hours, scores,</a:t>
            </a:r>
            <a:br/>
            <a:r>
              <a:t>and completion rates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840479"/>
            <a:ext cx="33832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02335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  Secure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617719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alibri"/>
              </a:defRPr>
            </a:pPr>
            <a:r>
              <a:t>JWT-based authentication</a:t>
            </a:r>
            <a:br/>
            <a:r>
              <a:t>with bcrypt passwords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Demo Walkthrough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914400" cy="9144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Create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39" y="1371600"/>
            <a:ext cx="9144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39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Add 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e.g. Data Structures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59" y="1371600"/>
            <a:ext cx="914400" cy="9144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Upload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Study materials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371600"/>
            <a:ext cx="9144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Chat with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Ask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371600"/>
            <a:ext cx="914400" cy="9144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Get Study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AI-generated 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1371600"/>
            <a:ext cx="91440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Take Quiz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Auto-generated MCQs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07040" y="1371600"/>
            <a:ext cx="914400" cy="91440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07040" y="14630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Calibri"/>
              </a:defRPr>
            </a:pPr>
            <a:r>
              <a:t>View 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2834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Track progress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0" y="3840480"/>
            <a:ext cx="7589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402336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Live Demo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66344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8CF8"/>
                </a:solidFill>
                <a:latin typeface="Calibri"/>
              </a:defRPr>
            </a:pPr>
            <a:r>
              <a:t>Backend: http://localhost:8000/docs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12064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18CF8"/>
                </a:solidFill>
                <a:latin typeface="Calibri"/>
              </a:defRPr>
            </a:pPr>
            <a:r>
              <a:t>Frontend: http://localhost:8501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57784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API Docs: http://localhost:8000/docs (Swagger UI)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383280" cy="21031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Frontend: Streamlit + Plotly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Rapid UI, interactive charts,</a:t>
            </a:r>
            <a:br/>
            <a:r>
              <a:t>responsive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188720"/>
            <a:ext cx="3383280" cy="21031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325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Backend: FastAPI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301752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Async REST API, auto-docs,</a:t>
            </a:r>
            <a:br/>
            <a:r>
              <a:t>type-safe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383280" cy="21031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325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 / LLM: Google Gemini 2.0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83080"/>
            <a:ext cx="301752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Free tier, fast inference,</a:t>
            </a:r>
            <a:br/>
            <a:r>
              <a:t>JSON mode for structured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3383280" cy="21031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RAG: LangChain + ChromaDB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301752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Document chunking, embeddings,</a:t>
            </a:r>
            <a:br/>
            <a:r>
              <a:t>semantic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3749039"/>
            <a:ext cx="3383280" cy="2103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Database: SQLite + SQLAlchemy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343400"/>
            <a:ext cx="301752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10-table schema, ORM,</a:t>
            </a:r>
            <a:br/>
            <a:r>
              <a:t>zero-config for hackathon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749039"/>
            <a:ext cx="33832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Auth: JWT + bcrypt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343400"/>
            <a:ext cx="3017520" cy="137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Stateless tokens, secure</a:t>
            </a:r>
            <a:br/>
            <a:r>
              <a:t>password hashing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366F1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What's next for EduGenius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9202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Multi-modal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Phase 2</a:t>
            </a:r>
            <a:br/>
            <a:r>
              <a:t>Support for images, diagrams,</a:t>
            </a:r>
            <a:br/>
            <a:r>
              <a:t>and video content in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63040"/>
            <a:ext cx="3383280" cy="19202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Collaborative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Phase 2</a:t>
            </a:r>
            <a:br/>
            <a:r>
              <a:t>Study groups, shared notes,</a:t>
            </a:r>
            <a:br/>
            <a:r>
              <a:t>peer Q&amp;A forums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383280" cy="19202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Voice Tutoring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057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Phase 3</a:t>
            </a:r>
            <a:br/>
            <a:r>
              <a:t>Speech-to-text + text-to-speech</a:t>
            </a:r>
            <a:br/>
            <a:r>
              <a:t>for conversational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383280" cy="1920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Teacher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Phase 3</a:t>
            </a:r>
            <a:br/>
            <a:r>
              <a:t>Class-wide analytics, auto</a:t>
            </a:r>
            <a:br/>
            <a:r>
              <a:t>assignment grading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840480"/>
            <a:ext cx="3383280" cy="1920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434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Phase 4</a:t>
            </a:r>
            <a:br/>
            <a:r>
              <a:t>React Native app with</a:t>
            </a:r>
            <a:br/>
            <a:r>
              <a:t>offline study mode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80"/>
            <a:ext cx="3383280" cy="19202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Gamification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34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Phase 4</a:t>
            </a:r>
            <a:br/>
            <a:r>
              <a:t>XP points, streaks, badges,</a:t>
            </a:r>
            <a:br/>
            <a:r>
              <a:t>leaderboards for engagement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78BFA"/>
                </a:solidFill>
                <a:latin typeface="Calibri"/>
              </a:defRPr>
            </a:pPr>
            <a:r>
              <a:t>EduGenius  —  Learn Smarter with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3657600"/>
            <a:ext cx="5760720" cy="201168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Try It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Calibri"/>
              </a:defRPr>
            </a:pPr>
            <a:r>
              <a:t>Backend:  localhost:8000/docs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754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Calibri"/>
              </a:defRPr>
            </a:pPr>
            <a:r>
              <a:t>Frontend:  localhost:8501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212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GitHub:  github.com/edugenius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Built with ❤️ for Hackathon 2024  |  Track 4: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